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5fed309687435c" /><Relationship Type="http://schemas.openxmlformats.org/officeDocument/2006/relationships/extended-properties" Target="/docProps/app.xml" Id="R53aaf70826dd48ea" /><Relationship Type="http://schemas.openxmlformats.org/officeDocument/2006/relationships/officeDocument" Target="/ppt/presentation.xml" Id="R506d7963b46344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9f7fca92304f6a"/>
  </p:sldMasterIdLst>
  <p:notesMasterIdLst>
    <p:notesMasterId xmlns:r="http://schemas.openxmlformats.org/officeDocument/2006/relationships" r:id="R49a6070037a1457b"/>
  </p:notesMasterIdLst>
  <p:sldIdLst>
    <p:sldId xmlns:r="http://schemas.openxmlformats.org/officeDocument/2006/relationships" id="256" r:id="R716da93ccfec4382"/>
    <p:sldId xmlns:r="http://schemas.openxmlformats.org/officeDocument/2006/relationships" id="257" r:id="Rfe1951e0b8594e43"/>
    <p:sldId xmlns:r="http://schemas.openxmlformats.org/officeDocument/2006/relationships" id="258" r:id="R277ccce534d44670"/>
    <p:sldId xmlns:r="http://schemas.openxmlformats.org/officeDocument/2006/relationships" id="259" r:id="R67e750ec6d1e43f9"/>
    <p:sldId xmlns:r="http://schemas.openxmlformats.org/officeDocument/2006/relationships" id="260" r:id="Rbd27fb78f2d144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36d6c67bc7418e" /><Relationship Type="http://schemas.openxmlformats.org/officeDocument/2006/relationships/slideMaster" Target="/ppt/slideMasters/slideMaster1.xml" Id="R789f7fca92304f6a" /><Relationship Type="http://schemas.openxmlformats.org/officeDocument/2006/relationships/notesMaster" Target="/ppt/notesMasters/notesMaster1.xml" Id="R49a6070037a1457b" /><Relationship Type="http://schemas.openxmlformats.org/officeDocument/2006/relationships/presProps" Target="/ppt/presProps.xml" Id="R6e7f67f993574352" /><Relationship Type="http://schemas.openxmlformats.org/officeDocument/2006/relationships/tableStyles" Target="/ppt/tableStyles.xml" Id="R2e6d3a737ca04b30" /><Relationship Type="http://schemas.openxmlformats.org/officeDocument/2006/relationships/slide" Target="/ppt/slides/slide1.xml" Id="R716da93ccfec4382" /><Relationship Type="http://schemas.openxmlformats.org/officeDocument/2006/relationships/slide" Target="/ppt/slides/slide2.xml" Id="Rfe1951e0b8594e43" /><Relationship Type="http://schemas.openxmlformats.org/officeDocument/2006/relationships/slide" Target="/ppt/slides/slide3.xml" Id="R277ccce534d44670" /><Relationship Type="http://schemas.openxmlformats.org/officeDocument/2006/relationships/slide" Target="/ppt/slides/slide4.xml" Id="R67e750ec6d1e43f9" /><Relationship Type="http://schemas.openxmlformats.org/officeDocument/2006/relationships/slide" Target="/ppt/slides/slide5.xml" Id="Rbd27fb78f2d144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acb74066a048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f7092765174fa8" /><Relationship Type="http://schemas.openxmlformats.org/officeDocument/2006/relationships/notesMaster" Target="/ppt/notesMasters/notesMaster1.xml" Id="R827809a166b144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53272645344846" /><Relationship Type="http://schemas.openxmlformats.org/officeDocument/2006/relationships/notesMaster" Target="/ppt/notesMasters/notesMaster1.xml" Id="Rda424cf3669f41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e2f1d97c4b4601" /><Relationship Type="http://schemas.openxmlformats.org/officeDocument/2006/relationships/notesMaster" Target="/ppt/notesMasters/notesMaster1.xml" Id="Rdfcd2158eaaf47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9aa7f219e249e5" /><Relationship Type="http://schemas.openxmlformats.org/officeDocument/2006/relationships/notesMaster" Target="/ppt/notesMasters/notesMaster1.xml" Id="R536bea42ed414f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163d59c7024b7f" /><Relationship Type="http://schemas.openxmlformats.org/officeDocument/2006/relationships/notesMaster" Target="/ppt/notesMasters/notesMaster1.xml" Id="R5292b841fd574a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SIH problem asks for a universal preprocessing layer across heterogeneous perimeter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shipped processing path. The receiver commits raw bytes before normalization.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screenshots are from the running local application. Synthetic traffic is labeled; the same UI accepts real device transports.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event inspector shows exact bytes, lineage and proof checks. Local witnesses share one host in this demonstrator.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measured prototype behavior from production validation still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5af52bcd241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1113ecc2d942fb" /><Relationship Type="http://schemas.openxmlformats.org/officeDocument/2006/relationships/slideLayout" Target="/ppt/slideLayouts/slideLayout1.xml" Id="R1ee0ff2487f043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e0ff2487f043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093232f8a4bff" /><Relationship Type="http://schemas.openxmlformats.org/officeDocument/2006/relationships/notesSlide" Target="/ppt/notesSlides/notesSlide1.xml" Id="Rb474ab33397248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9b3299f3c4cf0" /><Relationship Type="http://schemas.openxmlformats.org/officeDocument/2006/relationships/notesSlide" Target="/ppt/notesSlides/notesSlide2.xml" Id="Ra8382457b4d642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a08d3c55b414c" /><Relationship Type="http://schemas.openxmlformats.org/officeDocument/2006/relationships/image" Target="/ppt/media/image.png" Id="R63170865c84b4058" /><Relationship Type="http://schemas.openxmlformats.org/officeDocument/2006/relationships/notesSlide" Target="/ppt/notesSlides/notesSlide3.xml" Id="Reb057c695a2a47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735c39bc64e45" /><Relationship Type="http://schemas.openxmlformats.org/officeDocument/2006/relationships/image" Target="/ppt/media/image2.png" Id="R15b865669a72421a" /><Relationship Type="http://schemas.openxmlformats.org/officeDocument/2006/relationships/notesSlide" Target="/ppt/notesSlides/notesSlide4.xml" Id="R42c145bac34c45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7a63cbd544a4a" /><Relationship Type="http://schemas.openxmlformats.org/officeDocument/2006/relationships/notesSlide" Target="/ppt/notesSlides/notesSlide5.xml" Id="Rb8e74424c71b41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128AB-C23F-45F3-A679-2874584A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A6250-50DA-4EB2-8232-9352455D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The problem is fragmented telemetry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11F12-09A4-4F25-A147-F035B03E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LOGFLUX</a:t>
            </a: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D1A13-52F9-4B79-A260-C2B6D2AD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Every device speaks a different dialect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2980A-9A91-456A-8164-BC9D87C3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Teams need one evidence-preserving path into analytics, SIEM and investigation.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14199-ADB4-444D-B5AD-6D9C3618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D32DF-6189-45C7-80E2-3747AE6E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Formats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885E6-E293-4CE3-A57A-34F5D8D2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1465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Syslog · JSON · XML · CSV · CEF · LEEF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F7FD4-4EE9-440E-8C1C-7DFAA51E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A62F7-4656-49E8-A42B-E15B749F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28A88-04FD-4445-817A-0845D12B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5760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Firewall · router · IDS · perimeter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FDA4A-FCB1-4897-B553-B73CD3BA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81783-B765-4D65-9A25-9182F9E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Risks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B23FD-F72B-4179-B4F5-DA5F556D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0055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Parser drift · lost context · weak provenance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BC464-2196-44A8-8CC6-2CA0F5FC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733"/>
          </a:solidFill>
          <a:ln xmlns:a="http://schemas.openxmlformats.org/drawingml/2006/main" w="9525">
            <a:solidFill>
              <a:srgbClr val="3975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EA60C-9449-4FBA-8BB2-0A6BBFEB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2857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B0C0"/>
                </a:solidFill>
                <a:latin typeface="Arial"/>
                <a:ea typeface="Arial"/>
                <a:cs typeface="Arial"/>
              </a:rPr>
              <a:t>RAW 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B811E-4FFC-43D9-88CF-B3F72E1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5715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F4DB7-FC88-40DD-A294-213DFF3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28575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NORMALIZED</a:t>
            </a:r>
          </a:p>
          <a:p xmlns:a="http://schemas.openxmlformats.org/drawingml/2006/main">
            <a:pPr>
              <a:buNone/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AEE3C-1B76-4BB7-BE26-2D0E7983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04800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Evidence has to survive the journey.</a:t>
            </a:r>
          </a:p>
        </p:txBody>
      </p:sp>
    </p:spTree>
    <p:extLst>
      <p:ext uri="{BB962C8B-B14F-4D97-AF65-F5344CB8AC3E}">
        <p14:creationId xmlns:p14="http://schemas.microsoft.com/office/powerpoint/2010/main" val="576017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9B821-5BA3-4449-A918-DE06014D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02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6F9C2-BA14-43EC-96EE-93AC2E1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LOGFLUX</a:t>
            </a: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 turns a message into a verifiable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0637B-AA5F-4397-B7B4-C5BE082F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LOGFLUX</a:t>
            </a: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B8627-9CF1-44FB-89DC-55166A93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58109-6132-4258-81C0-CF65019B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49EB6-856B-4745-B81E-A0F52429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E9EC5-9FDB-47BF-8FB6-EC059496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TCP · UDP · TLS</a:t>
            </a:r>
          </a:p>
          <a:p xmlns:a="http://schemas.openxmlformats.org/drawingml/2006/main">
            <a:pPr>
              <a:buNone/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HTTP ·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590FC-994B-4363-9C64-A9CF8987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F2938-BC73-4089-9F12-DA4BADFF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32E"/>
          </a:solidFill>
          <a:ln xmlns:a="http://schemas.openxmlformats.org/drawingml/2006/main" w="9525">
            <a:solidFill>
              <a:srgbClr val="B8F6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52894-9A6B-46D1-9123-8AAA9D7B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14575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3EC4E-C8B7-4827-B328-F0874314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11FCE-1112-44E1-9EE2-2E37D7B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Raw bytes</a:t>
            </a:r>
          </a:p>
          <a:p xmlns:a="http://schemas.openxmlformats.org/drawingml/2006/main">
            <a:pPr>
              <a:buNone/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SHA-256 · receipt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0A63A-7AA3-459D-B29C-A72B4319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73BB4-5643-4C22-90BF-8CA68609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09F85-25AC-4CFA-8A53-7D9602F5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14575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3AFAE-4C59-4398-8714-0F405C69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0B9D5-9EFA-43DA-9B07-94DC672E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LOGFLUX schema</a:t>
            </a:r>
          </a:p>
          <a:p xmlns:a="http://schemas.openxmlformats.org/drawingml/2006/main">
            <a:pPr>
              <a:buNone/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OCSF-inspired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2FE22-1881-4EB1-8DB4-09043468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9C277-2E1A-4CED-8369-AFF346A5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2478D-B494-4886-AE56-2CB30211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14575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E30A0-31AE-4DB0-B41A-3ED80936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A2021-561E-4F9D-B5C7-9018057D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Graph · cases</a:t>
            </a:r>
          </a:p>
          <a:p xmlns:a="http://schemas.openxmlformats.org/drawingml/2006/main">
            <a:pPr>
              <a:buNone/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ECS · JSONL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2664C-9ACC-4F07-9735-BF42077F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9715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Unknown or drifted events enter a review queue. A signed parser can then replay retained events as a new revision.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9A567-4617-470C-BDC5-5789A815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8096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SQLite dashboard · broker / columnar lab remains a separate experiment</a:t>
            </a:r>
          </a:p>
        </p:txBody>
      </p:sp>
    </p:spTree>
    <p:extLst>
      <p:ext uri="{BB962C8B-B14F-4D97-AF65-F5344CB8AC3E}">
        <p14:creationId xmlns:p14="http://schemas.microsoft.com/office/powerpoint/2010/main" val="1202269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383E0-4894-4EF4-AF82-1B99372E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03 / LIVE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1BDEB-F8BB-4D4C-9C55-1FA16A18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The demo is a real control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9CBAB-5CCC-46FA-902D-C63A344F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LOGFLUX</a:t>
            </a: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 · SIH PS 26156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70865c84b4058"/>
          <a:stretch xmlns:a="http://schemas.openxmlformats.org/drawingml/2006/main"/>
        </p:blipFill>
        <p:spPr>
          <a:xfrm xmlns:a="http://schemas.openxmlformats.org/drawingml/2006/main">
            <a:off x="686061" y="1670360"/>
            <a:ext cx="5238228" cy="3564905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4FFD4-7886-4388-9914-DC816385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762500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FC791-1406-4A88-828D-B30E9928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ED79B-D822-4B28-875F-8995A5FD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33550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66CD4-54E7-477A-9EF7-3EB1C58F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38350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Real TCP / UDP / TLS listeners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95B0B-9752-402E-BC15-D017A1E4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4E7BF-56B7-4ABB-833B-3308B3DA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66975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8D365-70FE-4F72-B92B-A46C4D1D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71775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Optional Qwen3 + semantic assertions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3EA4C-07E4-4D85-A709-EC247E74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28975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DCE1C-FEF2-4A98-A27A-96E66A73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0400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426D2-F1FA-4560-95F2-BBECDDD1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05200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Ed25519 signed versioned plugin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12777-F80E-4D3A-82F1-9A4356D5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A83D3-DC7C-41BA-99E0-1D7560AC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33825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ECD07-5E1D-4416-8848-FAD5045E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38625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New revision, original bytes unchanged</a:t>
            </a:r>
          </a:p>
        </p:txBody>
      </p:sp>
    </p:spTree>
    <p:extLst>
      <p:ext uri="{BB962C8B-B14F-4D97-AF65-F5344CB8AC3E}">
        <p14:creationId xmlns:p14="http://schemas.microsoft.com/office/powerpoint/2010/main" val="517993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729F7-402A-495B-AD6B-84B74609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04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8D24B-15A5-4C33-9494-E96E3819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Evidence verification is visible to the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46E17-6A50-43BC-9E64-E72D07E9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LOGFLUX</a:t>
            </a: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 · SIH PS 26156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865669a72421a"/>
          <a:stretch xmlns:a="http://schemas.openxmlformats.org/drawingml/2006/main"/>
        </p:blipFill>
        <p:spPr>
          <a:xfrm xmlns:a="http://schemas.openxmlformats.org/drawingml/2006/main">
            <a:off x="1058053" y="1428750"/>
            <a:ext cx="6018245" cy="409575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40F66-070E-4DCA-8018-8544B67F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A24"/>
          </a:solidFill>
          <a:ln xmlns:a="http://schemas.openxmlformats.org/drawingml/2006/main" w="9525">
            <a:solidFill>
              <a:srgbClr val="467D5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EA56B-4955-44D8-82B6-FAB77DB8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2860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B3C8E-C760-46B4-80BE-0E41C1B7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Raw bytes</a:t>
            </a:r>
          </a:p>
          <a:p xmlns:a="http://schemas.openxmlformats.org/drawingml/2006/main">
            <a:pPr>
              <a:buNone/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Manifest</a:t>
            </a:r>
          </a:p>
          <a:p xmlns:a="http://schemas.openxmlformats.org/drawingml/2006/main">
            <a:pPr>
              <a:buNone/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Merkle proof</a:t>
            </a:r>
          </a:p>
          <a:p xmlns:a="http://schemas.openxmlformats.org/drawingml/2006/main">
            <a:pPr>
              <a:buNone/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Ledger quorum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A8C3C-1268-48E6-857A-1CC1E7E6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2-of-3 signatures</a:t>
            </a:r>
          </a:p>
          <a:p xmlns:a="http://schemas.openxmlformats.org/drawingml/2006/main">
            <a:pPr>
              <a:buNone/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Network services tested</a:t>
            </a:r>
          </a:p>
          <a:p xmlns:a="http://schemas.openxmlformats.org/drawingml/2006/main">
            <a:pPr>
              <a:buNone/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Independent custody pending</a:t>
            </a:r>
          </a:p>
        </p:txBody>
      </p:sp>
    </p:spTree>
    <p:extLst>
      <p:ext uri="{BB962C8B-B14F-4D97-AF65-F5344CB8AC3E}">
        <p14:creationId xmlns:p14="http://schemas.microsoft.com/office/powerpoint/2010/main" val="9765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170AC-71C3-4A33-AC91-C50F491F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05 /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FBC09-70AA-4604-A372-63CDFD1B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What is shipped and what comes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71F9F-FB0F-4961-8694-46E34DB3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LOGFLUX</a:t>
            </a: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4164F-EDC9-4A8E-A121-B0EBAB63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762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7332E"/>
          </a:solidFill>
          <a:ln xmlns:a="http://schemas.openxmlformats.org/drawingml/2006/main" w="9525">
            <a:solidFill>
              <a:srgbClr val="B8F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228CE-C821-41A2-B2D7-F2FA2B33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3810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SHIPPED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F7899-4817-40A2-9B52-92D4C2A2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952875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WASM attack tests · real socket load</a:t>
            </a:r>
          </a:p>
          <a:p xmlns:a="http://schemas.openxmlformats.org/drawingml/2006/main">
            <a:pPr>
              <a:buNone/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Docker restart + evidence verified</a:t>
            </a:r>
          </a:p>
          <a:p xmlns:a="http://schemas.openxmlformats.org/drawingml/2006/main">
            <a:pPr>
              <a:buNone/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Reviewed parsers · native Bulk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CE65F-1611-48D5-87E9-05B64C70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4762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0222B"/>
          </a:solidFill>
          <a:ln xmlns:a="http://schemas.openxmlformats.org/drawingml/2006/main" w="9525">
            <a:solidFill>
              <a:srgbClr val="6B526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D218A-A510-4469-8E7E-0B3AEE2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810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2C3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C36F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25EEE-C18A-426C-B9ED-4BE252D9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952875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Broader real-device acceptance</a:t>
            </a:r>
          </a:p>
          <a:p xmlns:a="http://schemas.openxmlformats.org/drawingml/2006/main">
            <a:pPr>
              <a:buNone/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Full OCSF conformance</a:t>
            </a:r>
          </a:p>
          <a:p xmlns:a="http://schemas.openxmlformats.org/drawingml/2006/main">
            <a:pPr>
              <a:buNone/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Replicated storage and failover</a:t>
            </a:r>
          </a:p>
          <a:p xmlns:a="http://schemas.openxmlformats.org/drawingml/2006/main">
            <a:pPr>
              <a:buNone/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Independent witness administrators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24168-2115-4A0D-9CCF-8811271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096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81 tests passed · TCP: 500 events/s for 120 s · 60,000 / 60,000 received</a:t>
            </a:r>
          </a:p>
        </p:txBody>
      </p:sp>
    </p:spTree>
    <p:extLst>
      <p:ext uri="{BB962C8B-B14F-4D97-AF65-F5344CB8AC3E}">
        <p14:creationId xmlns:p14="http://schemas.microsoft.com/office/powerpoint/2010/main" val="1880510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2026-09-23T17:04:20.7760000Z</dcterms:created>
  <dcterms:modified xsi:type="dcterms:W3CDTF">2026-09-23T17:04:20.7760000Z</dcterms:modified>
</coreProperties>
</file>