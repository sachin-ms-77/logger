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03ff610164a07" /><Relationship Type="http://schemas.openxmlformats.org/officeDocument/2006/relationships/extended-properties" Target="/docProps/app.xml" Id="R6f82e18b78474950" /><Relationship Type="http://schemas.openxmlformats.org/officeDocument/2006/relationships/officeDocument" Target="/ppt/presentation.xml" Id="Rf8cc676ff0ff45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7fcc2d02b74c73"/>
  </p:sldMasterIdLst>
  <p:notesMasterIdLst>
    <p:notesMasterId xmlns:r="http://schemas.openxmlformats.org/officeDocument/2006/relationships" r:id="Rdf05fefc3992432f"/>
  </p:notesMasterIdLst>
  <p:sldIdLst>
    <p:sldId xmlns:r="http://schemas.openxmlformats.org/officeDocument/2006/relationships" id="256" r:id="R5946fce7a41b4cb5"/>
    <p:sldId xmlns:r="http://schemas.openxmlformats.org/officeDocument/2006/relationships" id="257" r:id="R1d2a6ca235ff4986"/>
    <p:sldId xmlns:r="http://schemas.openxmlformats.org/officeDocument/2006/relationships" id="258" r:id="R4f1b4478ffc04266"/>
    <p:sldId xmlns:r="http://schemas.openxmlformats.org/officeDocument/2006/relationships" id="259" r:id="R26c865bb6c774c41"/>
    <p:sldId xmlns:r="http://schemas.openxmlformats.org/officeDocument/2006/relationships" id="260" r:id="R31b1483e5d614a39"/>
    <p:sldId xmlns:r="http://schemas.openxmlformats.org/officeDocument/2006/relationships" id="261" r:id="R88f6419c3d5b40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121ab3b0844c4" /><Relationship Type="http://schemas.openxmlformats.org/officeDocument/2006/relationships/slideMaster" Target="/ppt/slideMasters/slideMaster1.xml" Id="R327fcc2d02b74c73" /><Relationship Type="http://schemas.openxmlformats.org/officeDocument/2006/relationships/notesMaster" Target="/ppt/notesMasters/notesMaster1.xml" Id="Rdf05fefc3992432f" /><Relationship Type="http://schemas.openxmlformats.org/officeDocument/2006/relationships/presProps" Target="/ppt/presProps.xml" Id="Rd72bb87055ac4373" /><Relationship Type="http://schemas.openxmlformats.org/officeDocument/2006/relationships/tableStyles" Target="/ppt/tableStyles.xml" Id="R755f7128c77f40de" /><Relationship Type="http://schemas.openxmlformats.org/officeDocument/2006/relationships/slide" Target="/ppt/slides/slide1.xml" Id="R5946fce7a41b4cb5" /><Relationship Type="http://schemas.openxmlformats.org/officeDocument/2006/relationships/slide" Target="/ppt/slides/slide2.xml" Id="R1d2a6ca235ff4986" /><Relationship Type="http://schemas.openxmlformats.org/officeDocument/2006/relationships/slide" Target="/ppt/slides/slide3.xml" Id="R4f1b4478ffc04266" /><Relationship Type="http://schemas.openxmlformats.org/officeDocument/2006/relationships/slide" Target="/ppt/slides/slide4.xml" Id="R26c865bb6c774c41" /><Relationship Type="http://schemas.openxmlformats.org/officeDocument/2006/relationships/slide" Target="/ppt/slides/slide5.xml" Id="R31b1483e5d614a39" /><Relationship Type="http://schemas.openxmlformats.org/officeDocument/2006/relationships/slide" Target="/ppt/slides/slide6.xml" Id="R88f6419c3d5b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9bee59279e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91eed1dca4307" /><Relationship Type="http://schemas.openxmlformats.org/officeDocument/2006/relationships/notesMaster" Target="/ppt/notesMasters/notesMaster1.xml" Id="R0c83ad62f9cd4e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4c0a2ae5064447" /><Relationship Type="http://schemas.openxmlformats.org/officeDocument/2006/relationships/notesMaster" Target="/ppt/notesMasters/notesMaster1.xml" Id="Rbe19fae810df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40d9c6bcbd48c4" /><Relationship Type="http://schemas.openxmlformats.org/officeDocument/2006/relationships/notesMaster" Target="/ppt/notesMasters/notesMaster1.xml" Id="Rf372fc54ab3f48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eb760335b4e19" /><Relationship Type="http://schemas.openxmlformats.org/officeDocument/2006/relationships/notesMaster" Target="/ppt/notesMasters/notesMaster1.xml" Id="R9f2adc6d87c3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9219d11da1452a" /><Relationship Type="http://schemas.openxmlformats.org/officeDocument/2006/relationships/notesMaster" Target="/ppt/notesMasters/notesMaster1.xml" Id="R08db1908cd73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e30cf21dc44de1" /><Relationship Type="http://schemas.openxmlformats.org/officeDocument/2006/relationships/notesMaster" Target="/ppt/notesMasters/notesMaster1.xml" Id="R346a09e67385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Cover. AEGIS is a single-node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SIH problem asks for a universal preprocessing layer across heterogeneous perimeter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shipped processing path. The receiver commits raw bytes before normalization.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are from the running local application. Synthetic traffic is labeled; the same UI accepts real device transports.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inspector shows exact bytes, lineage and proof checks. Local witnesses share one host in this demonstrator.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measured prototype behavior from production validation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b34129f8a4e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fb19d420b4334" /><Relationship Type="http://schemas.openxmlformats.org/officeDocument/2006/relationships/slideLayout" Target="/ppt/slideLayouts/slideLayout1.xml" Id="Rdbf7408b6fa149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f7408b6fa149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1fdce97e44f99" /><Relationship Type="http://schemas.openxmlformats.org/officeDocument/2006/relationships/notesSlide" Target="/ppt/notesSlides/notesSlide1.xml" Id="R2c70518e228242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e9bb674014c26" /><Relationship Type="http://schemas.openxmlformats.org/officeDocument/2006/relationships/notesSlide" Target="/ppt/notesSlides/notesSlide2.xml" Id="Ra365557195044f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bcde1bdb94050" /><Relationship Type="http://schemas.openxmlformats.org/officeDocument/2006/relationships/notesSlide" Target="/ppt/notesSlides/notesSlide3.xml" Id="R6f412e09ca2842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a44f125aa4a79" /><Relationship Type="http://schemas.openxmlformats.org/officeDocument/2006/relationships/image" Target="/ppt/media/image.jpeg" Id="R2a20f06980554725" /><Relationship Type="http://schemas.openxmlformats.org/officeDocument/2006/relationships/notesSlide" Target="/ppt/notesSlides/notesSlide4.xml" Id="R3e68959ea2aa45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4e8d287514a9b" /><Relationship Type="http://schemas.openxmlformats.org/officeDocument/2006/relationships/image" Target="/ppt/media/image2.jpeg" Id="Rdb00744c631e440a" /><Relationship Type="http://schemas.openxmlformats.org/officeDocument/2006/relationships/notesSlide" Target="/ppt/notesSlides/notesSlide5.xml" Id="R6fa9519437eb45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3499aa8054e87" /><Relationship Type="http://schemas.openxmlformats.org/officeDocument/2006/relationships/notesSlide" Target="/ppt/notesSlides/notesSlide6.xml" Id="Rd1fab0efdd9b4d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D49E0-79E3-4B1F-8CCA-AA18BFA9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762500" cy="762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DD3C8-35DF-482A-AA9C-946550C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66675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Universal Log Pre-processing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12A57-95B7-4E3E-B984-2F0D71C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28650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 working prototype for lossless perimeter telemetry, reviewed parser onboarding and verifiable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EF1F7-5814-44C9-9AF3-C95654E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5725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E2732"/>
          </a:solidFill>
          <a:ln xmlns:a="http://schemas.openxmlformats.org/drawingml/2006/main" w="9525">
            <a:solidFill>
              <a:srgbClr val="3D728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F7F0C-BB78-4CDD-BC38-3D7E9633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"/>
            <a:ext cx="2667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PS 26156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47200-DF66-43CA-B624-6EF63748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COLLECT</a:t>
            </a:r>
          </a:p>
          <a:p xmlns:a="http://schemas.openxmlformats.org/drawingml/2006/main">
            <a:pPr>
              <a:defRPr sz="240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NORMALIZE</a:t>
            </a:r>
          </a:p>
          <a:p xmlns:a="http://schemas.openxmlformats.org/drawingml/2006/main">
            <a:pPr>
              <a:defRPr sz="240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A30DA-6410-4F5C-BC42-0953250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26670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NTRO · Software · Cybersecurity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4844D-B7AB-447D-8BB0-D91AF04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3810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Demo build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97717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5CC7A-6581-4198-A2A9-980E222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996B5-4CD3-4DCC-BA30-61243F18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problem is fragmented telemetry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98A01-B9DA-4D41-A65D-819052C0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C4B6-CC85-4AED-8594-1DC4E8E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Every device speaks a different dialect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99FB9-E41E-4B77-80DE-58F7DA62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Teams need one evidence-preserving path into analytics, SIEM and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AE571-7EFA-4CD4-83AE-B86F4FCD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DB92C-8CF5-4918-A8E3-6F5D37AB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CC628-2539-4BC0-9C7E-6C0AFB1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146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Syslog · JSON · XML · CSV · CEF · LEEF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D0681-5C68-4D65-8912-F5171611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42936-5942-4FC4-80BE-F3C01182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72BF6-8244-43D7-BA9D-2CB781DB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Firewall · router · IDS · cloud ·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351D2-2477-4AA0-BE64-E47A974D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E4F95-F5F8-4D6D-87BF-1340864D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A4F9D-E1AF-461D-9EB1-2C4687BC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005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Parser drift · lost context · weak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461D9-D6AD-4295-AD47-12D6D4ED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733"/>
          </a:solidFill>
          <a:ln xmlns:a="http://schemas.openxmlformats.org/drawingml/2006/main" w="9525">
            <a:solidFill>
              <a:srgbClr val="3975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0B0D0-D25B-4F62-90DF-C0F04845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F705E-C721-430A-9AF1-FEFDC544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715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0FC2D-4D58-4122-82EA-C0B04D94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8575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NORMALIZED</a:t>
            </a:r>
          </a:p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1C008-3C7D-4B54-92E8-E28EB766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0480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has to survive the journey.</a:t>
            </a:r>
          </a:p>
        </p:txBody>
      </p:sp>
    </p:spTree>
    <p:extLst>
      <p:ext uri="{BB962C8B-B14F-4D97-AF65-F5344CB8AC3E}">
        <p14:creationId xmlns:p14="http://schemas.microsoft.com/office/powerpoint/2010/main" val="680928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5FFB5-12DF-4A2E-BD02-9829208F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02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FB560-14BB-434E-9B0F-D938A6B4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AEGIS turns a message into a verifiable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B4F7A-9D47-4BD2-B6F6-62515B13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218DF-D143-4E6F-BAAF-0AB2653F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56C6F-5429-4061-A01E-88BED0F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DBE9B-A0B0-4ED3-BAEA-3D45B7E3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3D2F8-9CA4-4B7A-BB54-403957C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TCP · UDP · TLS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HTTP ·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F1693-AAE9-4EE1-A050-E23CC6BC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CE9C2-77BA-4881-8000-5E2A583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7BF2D-36AD-456B-A91E-3D8A205D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43422-1AD1-4B74-AA37-A95280FA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7AF52-4F70-4E40-AC59-7D160720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SHA-256 ·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4C267-7480-4D14-A7D7-B316F41F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A051D-F2F2-484A-90B6-AF4AF751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08BD8-C6B3-4DCD-82AB-72EFA9A6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7623E-5E14-4C48-9E83-CB9892F2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743A1-4D4D-4BBC-ACCC-12CCBC0F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fields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OCSF concepts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970D6-1A86-4A1F-8E03-FD0E621F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8D0BD-B52E-452D-9904-FAC12714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D497C-591D-44EA-8E53-60C9D89E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90E51-E675-4331-9D3F-F5C426A8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7D372-70EC-4D8C-836B-5A1999D0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Graph · cases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ECS · JSONL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DA3FA-FC48-41FC-832B-60C7D8B6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Unknown or drifted events enter a review queue. A signed parser can then replay retained events as a new revision.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12C99-A9B1-414F-B815-508FFC0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8096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Single-node demonstrator · distributed scale is a documented next phase</a:t>
            </a:r>
          </a:p>
        </p:txBody>
      </p:sp>
    </p:spTree>
    <p:extLst>
      <p:ext uri="{BB962C8B-B14F-4D97-AF65-F5344CB8AC3E}">
        <p14:creationId xmlns:p14="http://schemas.microsoft.com/office/powerpoint/2010/main" val="99144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B2133-1E9D-4FC7-A5A9-BAF502E0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03 / LIVE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8850B-789F-4022-8B07-6BCD59F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demo is a real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6FB9A-E399-469C-B235-48B1495D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0f06980554725"/>
          <a:srcRect xmlns:a="http://schemas.openxmlformats.org/drawingml/2006/main" l="0" t="10936" r="0" b="10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5238750" cy="4048125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95070-C421-4F27-9097-465B54AF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67741-58B1-4087-9C71-59B0865C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064B8-49E8-4634-B9FF-CF05932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3355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BCE2F-703D-4074-B9E6-75A7E111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Real TCP / UDP / TLS listeners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69949-49ED-4751-B114-3F83A4E7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035A0-12B0-4A53-80E5-390E215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6697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E5C97-FDB0-4713-BC96-16F209D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7177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AI suggestion + semantic assertions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534D8-6063-4E76-B632-9B53111C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EC11A-2C91-4B5D-AA84-59CC49C3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040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F413F-D6A3-4F73-A8EB-158B6F9B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0520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Ed25519 signed versioned plugin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7C61F-828E-49E9-B0C6-26DB513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F6D6A-D705-49BA-BD16-98A4C4C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3382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4109F-F0DA-4AF4-A966-31519EC8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New revision, original bytes unchanged</a:t>
            </a:r>
          </a:p>
        </p:txBody>
      </p:sp>
    </p:spTree>
    <p:extLst>
      <p:ext uri="{BB962C8B-B14F-4D97-AF65-F5344CB8AC3E}">
        <p14:creationId xmlns:p14="http://schemas.microsoft.com/office/powerpoint/2010/main" val="521507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A5FCC-1B2B-424C-B321-9912D19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8D4AF-C600-499C-8130-DE1DF12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verification is visible to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DEF47-52D1-46AB-AE15-749595A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0744c631e440a"/>
          <a:srcRect xmlns:a="http://schemas.openxmlformats.org/drawingml/2006/main" l="3561" t="0" r="35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6762750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C35CD-DB84-4C9B-9DE9-49ECED6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24"/>
          </a:solidFill>
          <a:ln xmlns:a="http://schemas.openxmlformats.org/drawingml/2006/main" w="9525">
            <a:solidFill>
              <a:srgbClr val="467D5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0A2D9-EB45-411D-A874-43E88B77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286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442E5-C336-49A2-B7B8-339EB256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Manifest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Merkle proof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Ledger quorum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6F74F-BE7F-4A09-B786-9564794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3 witness signatures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2 required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custody caveat</a:t>
            </a:r>
          </a:p>
        </p:txBody>
      </p:sp>
    </p:spTree>
    <p:extLst>
      <p:ext uri="{BB962C8B-B14F-4D97-AF65-F5344CB8AC3E}">
        <p14:creationId xmlns:p14="http://schemas.microsoft.com/office/powerpoint/2010/main" val="1299936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408DB-0A81-4A8D-AE72-2A0AC12F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05 /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334D7-319C-460B-8BFA-5C3F290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What is shipped and 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96520-C60B-4E45-BA11-F1BAB31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62A63-D8F5-480C-86EB-4D3F81F6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F50B6-D230-438E-8842-AC025D0F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SHIPPED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D267E-C79D-4BBC-9CBE-65DE124D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48 tests · real sockets · offline install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local Qwen proposal · signed parsers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JSONL / ECS / CSV · retry outbox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8A6F9-7B26-4A18-B27A-A717FB2C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0222B"/>
          </a:solidFill>
          <a:ln xmlns:a="http://schemas.openxmlformats.org/drawingml/2006/main" w="9525">
            <a:solidFill>
              <a:srgbClr val="6B52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CE123-C4CE-48E9-B743-A68EC67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C3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36F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149A7-A8CE-4A30-8F83-E3C38F02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Physical firewall/router models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Docker build on target host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remote witnesses and distributed scale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full OCSF and native SIEM adapters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5CC44-CA0C-4A06-B171-9E54B604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096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Measured local benchmark: 2,000 events · 2,187.8 events/s · 0.08 ms p95 · proof verified</a:t>
            </a:r>
          </a:p>
        </p:txBody>
      </p:sp>
    </p:spTree>
    <p:extLst>
      <p:ext uri="{BB962C8B-B14F-4D97-AF65-F5344CB8AC3E}">
        <p14:creationId xmlns:p14="http://schemas.microsoft.com/office/powerpoint/2010/main" val="964235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2026-09-18T03:55:04.7120000Z</dcterms:created>
  <dcterms:modified xsi:type="dcterms:W3CDTF">2026-09-18T03:55:04.7120000Z</dcterms:modified>
</coreProperties>
</file>