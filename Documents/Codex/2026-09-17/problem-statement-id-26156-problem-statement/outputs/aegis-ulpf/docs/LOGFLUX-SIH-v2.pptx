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725bb91f944582" /><Relationship Type="http://schemas.openxmlformats.org/officeDocument/2006/relationships/extended-properties" Target="/docProps/app.xml" Id="R6d4c549fe37044f5" /><Relationship Type="http://schemas.openxmlformats.org/officeDocument/2006/relationships/officeDocument" Target="/ppt/presentation.xml" Id="R48b5c4fb7ae64f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038a6cdd144168"/>
  </p:sldMasterIdLst>
  <p:notesMasterIdLst>
    <p:notesMasterId xmlns:r="http://schemas.openxmlformats.org/officeDocument/2006/relationships" r:id="R2c3a520b2aee4a6d"/>
  </p:notesMasterIdLst>
  <p:sldIdLst>
    <p:sldId xmlns:r="http://schemas.openxmlformats.org/officeDocument/2006/relationships" id="256" r:id="R8fcf1f1ce8884394"/>
    <p:sldId xmlns:r="http://schemas.openxmlformats.org/officeDocument/2006/relationships" id="257" r:id="R794b841f3b3a4e01"/>
    <p:sldId xmlns:r="http://schemas.openxmlformats.org/officeDocument/2006/relationships" id="258" r:id="R99348acd06d34d1f"/>
    <p:sldId xmlns:r="http://schemas.openxmlformats.org/officeDocument/2006/relationships" id="259" r:id="Rf1bce974228d4681"/>
    <p:sldId xmlns:r="http://schemas.openxmlformats.org/officeDocument/2006/relationships" id="260" r:id="Raa4936299a494e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1918c76b584f57" /><Relationship Type="http://schemas.openxmlformats.org/officeDocument/2006/relationships/slideMaster" Target="/ppt/slideMasters/slideMaster1.xml" Id="R6c038a6cdd144168" /><Relationship Type="http://schemas.openxmlformats.org/officeDocument/2006/relationships/notesMaster" Target="/ppt/notesMasters/notesMaster1.xml" Id="R2c3a520b2aee4a6d" /><Relationship Type="http://schemas.openxmlformats.org/officeDocument/2006/relationships/presProps" Target="/ppt/presProps.xml" Id="R7320e60cb2d24671" /><Relationship Type="http://schemas.openxmlformats.org/officeDocument/2006/relationships/tableStyles" Target="/ppt/tableStyles.xml" Id="Rfe2530e95fb84411" /><Relationship Type="http://schemas.openxmlformats.org/officeDocument/2006/relationships/slide" Target="/ppt/slides/slide1.xml" Id="R8fcf1f1ce8884394" /><Relationship Type="http://schemas.openxmlformats.org/officeDocument/2006/relationships/slide" Target="/ppt/slides/slide2.xml" Id="R794b841f3b3a4e01" /><Relationship Type="http://schemas.openxmlformats.org/officeDocument/2006/relationships/slide" Target="/ppt/slides/slide3.xml" Id="R99348acd06d34d1f" /><Relationship Type="http://schemas.openxmlformats.org/officeDocument/2006/relationships/slide" Target="/ppt/slides/slide4.xml" Id="Rf1bce974228d4681" /><Relationship Type="http://schemas.openxmlformats.org/officeDocument/2006/relationships/slide" Target="/ppt/slides/slide5.xml" Id="Raa4936299a494e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7d22fe429a40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0f1b6976a341ce" /><Relationship Type="http://schemas.openxmlformats.org/officeDocument/2006/relationships/notesMaster" Target="/ppt/notesMasters/notesMaster1.xml" Id="Re626f49ffa7a44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9bb00292ad4036" /><Relationship Type="http://schemas.openxmlformats.org/officeDocument/2006/relationships/notesMaster" Target="/ppt/notesMasters/notesMaster1.xml" Id="Re8be2ca8790346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86ac772c1242ec" /><Relationship Type="http://schemas.openxmlformats.org/officeDocument/2006/relationships/notesMaster" Target="/ppt/notesMasters/notesMaster1.xml" Id="R5fa110e4d4f44f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c9cbf10e3a423c" /><Relationship Type="http://schemas.openxmlformats.org/officeDocument/2006/relationships/notesMaster" Target="/ppt/notesMasters/notesMaster1.xml" Id="R626a6ec5792647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4faf2e06404c39" /><Relationship Type="http://schemas.openxmlformats.org/officeDocument/2006/relationships/notesMaster" Target="/ppt/notesMasters/notesMaster1.xml" Id="R46e60ec5620149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SIH problem asks for a universal preprocessing layer across heterogeneous perimeter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shipped processing path. The receiver commits raw bytes before normalization.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screenshots are from the running local application. Synthetic traffic is labeled; the same UI accepts real device transports.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 inspector shows exact bytes, lineage and proof checks. Local witnesses share one host in this demonstrator.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measured prototype behavior from production validation still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1ec56d95543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f494d28d354c8d" /><Relationship Type="http://schemas.openxmlformats.org/officeDocument/2006/relationships/slideLayout" Target="/ppt/slideLayouts/slideLayout1.xml" Id="Re05f8c95302d4c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5f8c95302d4c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a9e0421974a7c" /><Relationship Type="http://schemas.openxmlformats.org/officeDocument/2006/relationships/notesSlide" Target="/ppt/notesSlides/notesSlide1.xml" Id="R4927b1976b1d4c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2806e96ff4806" /><Relationship Type="http://schemas.openxmlformats.org/officeDocument/2006/relationships/notesSlide" Target="/ppt/notesSlides/notesSlide2.xml" Id="R160ce4ab3d7a4d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7ef4b92b7486c" /><Relationship Type="http://schemas.openxmlformats.org/officeDocument/2006/relationships/image" Target="/ppt/media/image.jpeg" Id="Rd66276b93f3440bf" /><Relationship Type="http://schemas.openxmlformats.org/officeDocument/2006/relationships/notesSlide" Target="/ppt/notesSlides/notesSlide3.xml" Id="R1f3e5e0110c1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96201f06b42fd" /><Relationship Type="http://schemas.openxmlformats.org/officeDocument/2006/relationships/image" Target="/ppt/media/image2.jpeg" Id="Rbc4754bd0a9d402a" /><Relationship Type="http://schemas.openxmlformats.org/officeDocument/2006/relationships/notesSlide" Target="/ppt/notesSlides/notesSlide4.xml" Id="Ra33c7342794946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33d933e704271" /><Relationship Type="http://schemas.openxmlformats.org/officeDocument/2006/relationships/notesSlide" Target="/ppt/notesSlides/notesSlide5.xml" Id="R37838a4ad8234e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F774E-2604-4BC7-9176-D7059962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F5E5B-D061-4B60-B9F1-CC88CBAF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The problem is fragmented telemetry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93D87-E82B-4713-A719-3CEF3AC0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481BA-457B-4E9E-AC90-F190CD31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Every device speaks a different dialect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88AA3-ED51-4727-8378-2CA3E0CD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Teams need one evidence-preserving path into analytics, SIEM and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35FE3-B6EE-43C8-BF61-13520C1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8982A-C226-4791-AAB0-7622EF8B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55D4E-1572-4B73-9B4B-1C9207BF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1465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Syslog · JSON · XML · CSV · CEF · LEEF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17C38-B62D-4C77-AFD9-07157BA2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4DAE6-59CD-4C45-BE56-5B46A920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F9D37-74CC-401C-9914-D13A04F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5760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Firewall · router · IDS · cloud ·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999B5-5037-41A6-8E30-581B11DC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B42D5-D2B6-4994-8202-A8B69713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Risks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0F2A2-C003-4665-A604-AD6D40C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0055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Parser drift · lost context · weak provenance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00CF7-9131-4DED-AA91-664AD48B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733"/>
          </a:solidFill>
          <a:ln xmlns:a="http://schemas.openxmlformats.org/drawingml/2006/main" w="9525">
            <a:solidFill>
              <a:srgbClr val="3975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59414-C9CB-49E9-8083-6EC17A34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2857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B0C0"/>
                </a:solidFill>
                <a:latin typeface="Arial"/>
                <a:ea typeface="Arial"/>
                <a:cs typeface="Arial"/>
              </a:rPr>
              <a:t>RAW 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A89C2-EFFE-4693-B87A-02086645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5715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86D2C-C71B-42A2-83FA-C072AA5E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8575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NORMALIZED</a:t>
            </a:r>
          </a:p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339EE-C662-410F-B908-1D7FACE1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04800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Evidence has to survive the journey.</a:t>
            </a:r>
          </a:p>
        </p:txBody>
      </p:sp>
    </p:spTree>
    <p:extLst>
      <p:ext uri="{BB962C8B-B14F-4D97-AF65-F5344CB8AC3E}">
        <p14:creationId xmlns:p14="http://schemas.microsoft.com/office/powerpoint/2010/main" val="307066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6F8A9-6ABD-4F7F-9189-58D19349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02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653B3-AB85-4576-B20A-151C35C8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AEGIS turns a message into a verifiable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00936-23C0-4EB4-B6DA-2EBCA714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FABD8-27BD-4AFC-B52A-A126B90E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A565C-CA65-4F9F-8CAE-3A9F1BC0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D8F32-6C0E-4224-A940-67B4629A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B5B17-6B2D-4F5F-ADAE-420C11E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TCP · UDP · TLS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HTTP ·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64AD7-EC47-42E0-88AE-776937BE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E136C-FCE9-421E-87A7-E575D0F4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32E"/>
          </a:solidFill>
          <a:ln xmlns:a="http://schemas.openxmlformats.org/drawingml/2006/main" w="9525">
            <a:solidFill>
              <a:srgbClr val="B8F6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3D449-6773-462F-8F23-3BD4B411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FE2D5-22E0-4FC6-97FF-0116887D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4172C-ADD8-4C88-958C-E80A19E7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Raw bytes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SHA-256 · receipt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36A4C-42A7-48BF-98A1-1AB8102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C03F3-14E8-4680-BEAA-629283EC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07B42-1471-47E1-949A-BC3F91FB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ADD8F-354C-4387-A5C6-0166368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3C9BE-38F4-4A52-8943-127660AD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fields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OCSF concepts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CF4AA-030B-4B54-95C0-B6D14CCF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46448-0374-474E-80D0-60E57C8C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974AB-6ECE-44C6-B239-B4E2CFDA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5856C-FEA4-4D14-A154-CB06F59D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8EDBA-0050-4B73-8F8C-5BE147FE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Graph · cases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ECS · JSONL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95285-951E-4F8A-89EF-C767BBDE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Unknown or drifted events enter a review queue. A signed parser can then replay retained events as a new revision.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95D72-B193-4B3D-B793-2E1C95BA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8096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Single-node demonstrator · distributed scale is a documented next phase</a:t>
            </a:r>
          </a:p>
        </p:txBody>
      </p:sp>
    </p:spTree>
    <p:extLst>
      <p:ext uri="{BB962C8B-B14F-4D97-AF65-F5344CB8AC3E}">
        <p14:creationId xmlns:p14="http://schemas.microsoft.com/office/powerpoint/2010/main" val="2096107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C0E56-5704-4529-B225-1A00A1F4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03 / LIVE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BF66A-A8EA-461E-BC7D-F183FB59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The demo is a real 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3C818-6B06-45DF-9219-A8560965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276b93f3440bf"/>
          <a:srcRect xmlns:a="http://schemas.openxmlformats.org/drawingml/2006/main" l="0" t="10936" r="0" b="10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5238750" cy="4048125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8A42D-8AD8-4E9F-8ADF-A828F05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762500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FBB98-0993-4F35-BA78-1BE8B28D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10AFB-4B02-4DDA-9BAC-5A4C33E7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33550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8B32D-6ED5-4214-8EF2-84B6775A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Real TCP / UDP / TLS listeners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86978-1E2E-4D2A-AACF-87217AF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A9547-CED8-4348-BB32-A11B0EE1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66975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D0D2A-CE11-42C0-AD5A-6FC9D37A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71775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Local AI suggestion + semantic assertions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DD4B6-81B5-4441-9E9A-8D959BB8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28975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4BB48-9603-45EE-935C-4C8408C4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0400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E497A-350E-40E8-A99C-478547DE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05200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Ed25519 signed versioned plugin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80917-F443-48D5-9AB6-D1CAFB4A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89125-7E6B-4984-A237-32FD7211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33825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21CED-33D5-49F6-968B-6C2DF32D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New revision, original bytes unchanged</a:t>
            </a:r>
          </a:p>
        </p:txBody>
      </p:sp>
    </p:spTree>
    <p:extLst>
      <p:ext uri="{BB962C8B-B14F-4D97-AF65-F5344CB8AC3E}">
        <p14:creationId xmlns:p14="http://schemas.microsoft.com/office/powerpoint/2010/main" val="1391222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76980-C541-406B-A045-4883860B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04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BB509-A0A8-4D72-980F-538170CC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Evidence verification is visible to the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2CC51-04CE-4F57-A415-D53F634C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754bd0a9d402a"/>
          <a:srcRect xmlns:a="http://schemas.openxmlformats.org/drawingml/2006/main" l="3561" t="0" r="35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6762750" cy="409575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D05DA-68A7-4BA3-9006-E2788AA9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A24"/>
          </a:solidFill>
          <a:ln xmlns:a="http://schemas.openxmlformats.org/drawingml/2006/main" w="9525">
            <a:solidFill>
              <a:srgbClr val="467D5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A017C-7616-4EE9-A751-38613B69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286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64D2A-01C1-428E-8A9F-B3D2D816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Raw bytes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Manifest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Merkle proof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Ledger quorum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C192B-F365-4B63-AF06-E8E6FA45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3 witness signatures</a:t>
            </a:r>
          </a:p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2 required</a:t>
            </a:r>
          </a:p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Local custody caveat</a:t>
            </a:r>
          </a:p>
        </p:txBody>
      </p:sp>
    </p:spTree>
    <p:extLst>
      <p:ext uri="{BB962C8B-B14F-4D97-AF65-F5344CB8AC3E}">
        <p14:creationId xmlns:p14="http://schemas.microsoft.com/office/powerpoint/2010/main" val="1301864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5AFEC-01DC-400A-8786-29C17DB6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05 /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A3782-22DD-40F5-A036-45CE6802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What is shipped and what comes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BCFFD-C5E5-4928-B012-DBFF617B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DDD3D-018C-4DB8-A867-B5E79457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7332E"/>
          </a:solidFill>
          <a:ln xmlns:a="http://schemas.openxmlformats.org/drawingml/2006/main" w="9525">
            <a:solidFill>
              <a:srgbClr val="B8F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DAC21-8E0D-4894-AA3A-91CD982E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3810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SHIPPED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F5DF3-C6D6-486E-AE99-ECC519E5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952875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48 tests · real sockets · offline install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local Qwen proposal · signed parsers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JSONL / ECS / CSV · retry outbox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0AF91-FDA0-48FA-83A6-668F6BE9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0222B"/>
          </a:solidFill>
          <a:ln xmlns:a="http://schemas.openxmlformats.org/drawingml/2006/main" w="9525">
            <a:solidFill>
              <a:srgbClr val="6B526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9B461-E90E-413F-94A8-5024D740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810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C3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C36F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5272B-BA67-4E87-835B-6D9C1773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952875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Physical firewall/router models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Docker build on target host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remote witnesses and distributed scale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full OCSF and native SIEM adapters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425AB-E1C6-4EA2-A9D1-3D1C5681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096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Measured local benchmark: 2,000 events · 2,187.8 events/s · 0.08 ms p95 · proof verified</a:t>
            </a:r>
          </a:p>
        </p:txBody>
      </p:sp>
    </p:spTree>
    <p:extLst>
      <p:ext uri="{BB962C8B-B14F-4D97-AF65-F5344CB8AC3E}">
        <p14:creationId xmlns:p14="http://schemas.microsoft.com/office/powerpoint/2010/main" val="942556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2026-09-18T03:56:33.3520000Z</dcterms:created>
  <dcterms:modified xsi:type="dcterms:W3CDTF">2026-09-18T03:56:33.3520000Z</dcterms:modified>
</coreProperties>
</file>