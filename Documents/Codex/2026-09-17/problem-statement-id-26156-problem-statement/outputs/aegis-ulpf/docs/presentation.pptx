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7188"/>
                </a:solidFill>
                <a:latin typeface="Aptos"/>
              </a:defRPr>
            </a:pPr>
            <a:r>
              <a:t>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137"/>
                </a:solidFill>
                <a:latin typeface="Aptos"/>
              </a:defRPr>
            </a:pPr>
            <a:r>
              <a:t>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77C61"/>
                </a:solidFill>
                <a:latin typeface="Aptos"/>
              </a:defRPr>
            </a:pPr>
            <a:r>
              <a:t>Preserve every received event. Standardize its meaning. Keep evidence ready for investigation.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40566D"/>
                </a:solidFill>
                <a:latin typeface="Aptos"/>
              </a:defRPr>
            </a:pPr>
            <a:r>
              <a:t>Universal Log Pre-processing Framework</a:t>
            </a:r>
            <a:br/>
            <a:r>
              <a:t>SIH · Problem Statement 26156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8292A4"/>
                </a:solidFill>
                <a:latin typeface="Aptos"/>
              </a:defRPr>
            </a:pPr>
            <a:r>
              <a:t>AEGIS  ·  Evidence-preserving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7188"/>
                </a:solidFill>
                <a:latin typeface="Aptos"/>
              </a:defRPr>
            </a:pPr>
            <a:r>
              <a:t>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13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77C61"/>
                </a:solidFill>
                <a:latin typeface="Aptos"/>
              </a:defRPr>
            </a:pPr>
            <a:r>
              <a:t>Firewalls, routers, IDS/IPS, VPNs and network software emit Syslog, JSON, CEF, LEEF, XML, CSV and vendor formats. Source-specific parsers slow down analytics and create gaps when formats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40566D"/>
                </a:solidFill>
                <a:latin typeface="Aptos"/>
              </a:defRPr>
            </a:pPr>
            <a:r>
              <a:t>One perimeter, many dialects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8292A4"/>
                </a:solidFill>
                <a:latin typeface="Aptos"/>
              </a:defRPr>
            </a:pPr>
            <a:r>
              <a:t>AEGIS  ·  Evidence-preserving telemetry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7188"/>
                </a:solidFill>
                <a:latin typeface="Aptos"/>
              </a:defRPr>
            </a:pPr>
            <a:r>
              <a:t>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137"/>
                </a:solidFill>
                <a:latin typeface="Aptos"/>
              </a:defRPr>
            </a:pPr>
            <a:r>
              <a:t>The working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77C61"/>
                </a:solidFill>
                <a:latin typeface="Aptos"/>
              </a:defRPr>
            </a:pPr>
            <a:r>
              <a:t>Bounded TCP / UDP / TLS Syslog and file/HTTP input → immutable raw evidence → format detection → approved parser → versioned AEGIS event → dashboard, ECS export, SIEM outbox and investigation. Unknown or drifted events go to a review queue.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40566D"/>
                </a:solidFill>
                <a:latin typeface="Aptos"/>
              </a:defRPr>
            </a:pPr>
            <a:r>
              <a:t>Capture first · normalize second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8292A4"/>
                </a:solidFill>
                <a:latin typeface="Aptos"/>
              </a:defRPr>
            </a:pPr>
            <a:r>
              <a:t>AEGIS  ·  Evidence-preserving telemetry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7188"/>
                </a:solidFill>
                <a:latin typeface="Aptos"/>
              </a:defRPr>
            </a:pPr>
            <a:r>
              <a:t>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137"/>
                </a:solidFill>
                <a:latin typeface="Aptos"/>
              </a:defRPr>
            </a:pPr>
            <a:r>
              <a:t>Controlled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77C61"/>
                </a:solidFill>
                <a:latin typeface="Aptos"/>
              </a:defRPr>
            </a:pPr>
            <a:r>
              <a:t>Drain3 discovers structure. A local model may propose mappings. Deterministic validation, replay, mutation tests and semantic assertions produce a report. A reviewer approves a signed WASM bundle containing the parser projection, SBOM and test vectors. Retained events replay as new revisions; originals never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40566D"/>
                </a:solidFill>
                <a:latin typeface="Aptos"/>
              </a:defRPr>
            </a:pPr>
            <a:r>
              <a:t>A parser cannot change production by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8292A4"/>
                </a:solidFill>
                <a:latin typeface="Aptos"/>
              </a:defRPr>
            </a:pPr>
            <a:r>
              <a:t>AEGIS  ·  Evidence-preserving telemetry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F2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A7188"/>
                </a:solidFill>
                <a:latin typeface="Aptos"/>
              </a:defRPr>
            </a:pPr>
            <a:r>
              <a:t>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137"/>
                </a:solidFill>
                <a:latin typeface="Aptos"/>
              </a:defRPr>
            </a:pPr>
            <a:r>
              <a:t>Proof and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0">
                <a:solidFill>
                  <a:srgbClr val="277C61"/>
                </a:solidFill>
                <a:latin typeface="Aptos"/>
              </a:defRPr>
            </a:pPr>
            <a:r>
              <a:t>Show a real device or isolated lab source; compare raw and normalized views; introduce a format change; approve and replay; verify the raw hash, Merkle proof and witness quorum; follow relationships into a timeline and case. Report throughput and storage from measured runs. The included prototype runs offline and labels replay traffic explicitly.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0">
                <a:solidFill>
                  <a:srgbClr val="40566D"/>
                </a:solidFill>
                <a:latin typeface="Aptos"/>
              </a:defRPr>
            </a:pPr>
            <a:r>
              <a:t>Make the claim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8292A4"/>
                </a:solidFill>
                <a:latin typeface="Aptos"/>
              </a:defRPr>
            </a:pPr>
            <a:r>
              <a:t>AEGIS  ·  Evidence-preserving telemetry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